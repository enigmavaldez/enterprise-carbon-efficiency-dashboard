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67d7dd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67d7dd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67d7dd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967d7dd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67d7dd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67d7dd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67d7ddd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67d7ddd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07750" y="346025"/>
            <a:ext cx="798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Global Carbon Dioxide (CO₂) Emissions Dashboard </a:t>
            </a:r>
            <a:endParaRPr b="1" sz="2500">
              <a:solidFill>
                <a:schemeClr val="dk2"/>
              </a:solidFill>
            </a:endParaRPr>
          </a:p>
        </p:txBody>
      </p:sp>
      <p:pic>
        <p:nvPicPr>
          <p:cNvPr id="55" name="Google Shape;55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400" y="1069325"/>
            <a:ext cx="6937524" cy="376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52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0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50" y="152400"/>
            <a:ext cx="78253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574800" y="185300"/>
            <a:ext cx="8335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Global Carbon Dioxide (CO₂) Emissions Dashboard </a:t>
            </a:r>
            <a:endParaRPr b="1" sz="2600">
              <a:solidFill>
                <a:schemeClr val="dk2"/>
              </a:solidFill>
            </a:endParaRPr>
          </a:p>
        </p:txBody>
      </p:sp>
      <p:pic>
        <p:nvPicPr>
          <p:cNvPr id="76" name="Google Shape;76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75" y="1087000"/>
            <a:ext cx="2940201" cy="181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0050" y="1166200"/>
            <a:ext cx="3152902" cy="165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125" y="3229900"/>
            <a:ext cx="3077100" cy="1720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0050" y="2956900"/>
            <a:ext cx="3152901" cy="194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